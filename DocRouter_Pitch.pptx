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70671"/>
  </p:normalViewPr>
  <p:slideViewPr>
    <p:cSldViewPr snapToGrid="0" snapToObjects="1">
      <p:cViewPr varScale="1">
        <p:scale>
          <a:sx n="120" d="100"/>
          <a:sy n="120" d="100"/>
        </p:scale>
        <p:origin x="1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074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floor supervisor gets a question during a shift: 'what's the lockout procedure for this hydraulic press before we service it?' They know the answer is somewhere but where??</a:t>
            </a:r>
          </a:p>
          <a:p>
            <a:endParaRPr lang="en-US" dirty="0"/>
          </a:p>
          <a:p>
            <a:r>
              <a:rPr lang="en-US" dirty="0"/>
              <a:t>Is it in the OSHA binder? The equipment manual? The quality standards folder?</a:t>
            </a:r>
          </a:p>
          <a:p>
            <a:endParaRPr lang="en-US" dirty="0"/>
          </a:p>
          <a:p>
            <a:r>
              <a:rPr lang="en-US" dirty="0"/>
              <a:t>Under pressure, they guess, or they spend ten minutes hunting. And on a plant floor, a wrong answer isn't a frustrating search result, it's a safety incident, unplanned downtime, or a failed audit.</a:t>
            </a:r>
          </a:p>
          <a:p>
            <a:endParaRPr lang="en-US" dirty="0"/>
          </a:p>
          <a:p>
            <a:r>
              <a:rPr lang="en-US" dirty="0" err="1"/>
              <a:t>DocRouter</a:t>
            </a:r>
            <a:r>
              <a:rPr lang="en-US" dirty="0"/>
              <a:t> solves exactly this. A supervisor types the question in plain English.</a:t>
            </a:r>
          </a:p>
          <a:p>
            <a:endParaRPr lang="en-US" dirty="0"/>
          </a:p>
          <a:p>
            <a:r>
              <a:rPr lang="en-US" dirty="0"/>
              <a:t>The system figures out which body of documentation it belongs to, finds the right passages, and returns a cited answer.</a:t>
            </a:r>
          </a:p>
          <a:p>
            <a:endParaRPr lang="en-US" dirty="0"/>
          </a:p>
          <a:p>
            <a:r>
              <a:rPr lang="en-US" dirty="0"/>
              <a:t>They don't need to know which binder it lives in. That's the whole product.</a:t>
            </a:r>
          </a:p>
          <a:p>
            <a:endParaRPr lang="en-US" dirty="0"/>
          </a:p>
          <a:p>
            <a:r>
              <a:rPr lang="en-US" dirty="0"/>
              <a:t>What you're looking at on the right are the three document categories the system covers today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OSHA safety regulations</a:t>
            </a:r>
          </a:p>
          <a:p>
            <a:pPr marL="228600" indent="-228600">
              <a:buAutoNum type="arabicPeriod"/>
            </a:pPr>
            <a:r>
              <a:rPr lang="en-US" dirty="0"/>
              <a:t>Equipment and maintenance references</a:t>
            </a:r>
          </a:p>
          <a:p>
            <a:pPr marL="228600" indent="-228600">
              <a:buAutoNum type="arabicPeriod"/>
            </a:pPr>
            <a:r>
              <a:rPr lang="en-US" dirty="0"/>
              <a:t>quality control standards including FDA 21 CFR 820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this is a working prototype, not a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four steps, and the most important one is the first one — the scope gate. Before the system tries to answer anything, it checks whether the question actually belongs to the documentation. If a supervisor asks something off-topic, the system refuses. It doesn't guess, it doesn't pull something plausible from the wrong manual — it says it can't help with that. That's a deliberate design choice, because a confident wrong answer is more dangerous than no answer.</a:t>
            </a:r>
          </a:p>
          <a:p>
            <a:r>
              <a:rPr lang="en-US" dirty="0"/>
              <a:t>If the question passes that gate, it goes to the router — an LLM classifier that decides which of the three categories it belongs to, and tells you how confident it is.</a:t>
            </a:r>
          </a:p>
          <a:p>
            <a:r>
              <a:rPr lang="en-US" dirty="0"/>
              <a:t>Then retrieval. This is where the technical choice matters: we use both BM25 — which is great at exact terminology, part numbers, CFR section codes — and dense embeddings, which handle paraphrased questions where the supervisor doesn't use the exact words in the manual. The results from both get fused together. Neither alone is sufficient.</a:t>
            </a:r>
          </a:p>
          <a:p>
            <a:r>
              <a:rPr lang="en-US" dirty="0"/>
              <a:t>Finally the answer. The LLM is constrained to only the retrieved passages — it can't go off-script — and every claim gets an inline citation back to the exact regulation or section.</a:t>
            </a:r>
          </a:p>
          <a:p>
            <a:r>
              <a:rPr lang="en-US" dirty="0"/>
              <a:t>The numbers at the bottom are the evaluation results on our test set: 100% routing accuracy across 36 in-scope questions, and perfect precision and recall on off-topic rejection.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make this different from a generic RAG chatbot pointed at PDFs.</a:t>
            </a:r>
          </a:p>
          <a:p>
            <a:r>
              <a:rPr lang="en-US" dirty="0"/>
              <a:t>First, it refuses before it hallucinates. Most systems will attempt an answer even when they shouldn't. </a:t>
            </a:r>
            <a:r>
              <a:rPr lang="en-US" dirty="0" err="1"/>
              <a:t>DocRouter</a:t>
            </a:r>
            <a:r>
              <a:rPr lang="en-US" dirty="0"/>
              <a:t> has two independent checks — if either one thinks the question is out of scope, it stops. That's a meaningful safety property for this environment.</a:t>
            </a:r>
          </a:p>
          <a:p>
            <a:r>
              <a:rPr lang="en-US" dirty="0"/>
              <a:t>Second, hybrid retrieval is the right call for plant vocabulary specifically. Supervisors use exact terms — '1910.147,' specific part numbers, equipment model codes. BM25 catches those precisely. But they also ask questions in their own words, and dense search catches those. You need both.</a:t>
            </a:r>
          </a:p>
          <a:p>
            <a:r>
              <a:rPr lang="en-US" dirty="0"/>
              <a:t>Third, every answer traces back to the exact source — the OSHA section, the FDA regulation. That matters for audits, for training, and for the supervisor's own confidence in the answer.</a:t>
            </a:r>
          </a:p>
          <a:p>
            <a:r>
              <a:rPr lang="en-US" dirty="0"/>
              <a:t>On the right is what comes next. The prototype runs on public regulatory sources and Wikipedia as a stand-in for equipment manuals — the immediate next step for a client deployment is ingesting your actual PDF documentation. Beyond that, we have a clear upgrade path: a reranking layer for better citation precision, multi-category routing for questions that span safety and maintenance, and a feedback loop so the system improves on real supervisor questions over time.</a:t>
            </a:r>
          </a:p>
          <a:p>
            <a:r>
              <a:rPr lang="en-US" dirty="0"/>
              <a:t>The repo is live at the link in the footer — if you want to ask it a question today, you can."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98348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DocRouter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Documentation Assistant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084832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supervisors spend critical minutes hunting across safety binders, equipment manuals, and quality standards, often under pressure. A wrong answer isn’t a bad search result, it’s a safety incident or a failed audit.</a:t>
            </a:r>
            <a:endParaRPr lang="en-US" sz="1350" dirty="0"/>
          </a:p>
        </p:txBody>
      </p:sp>
      <p:sp>
        <p:nvSpPr>
          <p:cNvPr id="8" name="Shape 6">
            <a:hlinkClick r:id="rId3"/>
          </p:cNvPr>
          <p:cNvSpPr/>
          <p:nvPr/>
        </p:nvSpPr>
        <p:spPr>
          <a:xfrm>
            <a:off x="411480" y="36576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>
            <a:spLocks/>
          </p:cNvSpPr>
          <p:nvPr/>
        </p:nvSpPr>
        <p:spPr>
          <a:xfrm>
            <a:off x="411480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OSHA 29 CFR 1910 + FDA 21 CFR 820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57800" y="365760"/>
            <a:ext cx="3657600" cy="120700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57800" y="365760"/>
            <a:ext cx="64008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0" y="658368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73152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080760" y="6217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Procedures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80760" y="9418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29 CFR 1910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57800" y="1828800"/>
            <a:ext cx="3657600" cy="1207008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257800" y="1828800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486400" y="212140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2" y="219456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80760" y="20848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Manuals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080760" y="2404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engineering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257800" y="3291840"/>
            <a:ext cx="3657600" cy="120700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257800" y="3291840"/>
            <a:ext cx="64008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486400" y="3584448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2" y="365760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80760" y="35478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Standards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080760" y="38679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820 + SPC/Six Sigma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DocRouter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four-step pipeline — from question to cited answer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11680" cy="2743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805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38988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" y="19019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8056" y="2304288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off-topic questions before they ever reach a model so we have no fabricated, random answers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31720" y="2578608"/>
            <a:ext cx="13716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68880" y="1234440"/>
            <a:ext cx="2011680" cy="2743200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68880" y="123444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9689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38988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96896" y="19019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596896" y="2304288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classifier identifies the right doc category with a confidence score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480560" y="2578608"/>
            <a:ext cx="13716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617720" y="1234440"/>
            <a:ext cx="2011680" cy="2743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617720" y="1234440"/>
            <a:ext cx="201168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74573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38988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45736" y="19019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745736" y="2304288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(exact terms) + dense embeddings, fused with Reciprocal Rank Fusion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629400" y="2578608"/>
            <a:ext cx="13716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766560" y="1234440"/>
            <a:ext cx="2011680" cy="27432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766560" y="1234440"/>
            <a:ext cx="20116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89457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1389888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94576" y="19019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894576" y="2304288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synthesizes an answer grounded only in retrieved passages with inline citations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20040" y="416052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84632" y="422452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33" name="Text 27"/>
          <p:cNvSpPr/>
          <p:nvPr/>
        </p:nvSpPr>
        <p:spPr>
          <a:xfrm>
            <a:off x="484632" y="4645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accuracy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435608" y="4251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36/36 in-scope questions correctly routed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246120" y="416052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3410712" y="422452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37" name="Text 31"/>
          <p:cNvSpPr/>
          <p:nvPr/>
        </p:nvSpPr>
        <p:spPr>
          <a:xfrm>
            <a:off x="3410712" y="4645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rejection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4361688" y="4251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1.0, Recall 1.0, nothing slips through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6172200" y="416052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6336792" y="422452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~926</a:t>
            </a:r>
            <a:endParaRPr lang="en-US" sz="2600" dirty="0"/>
          </a:p>
        </p:txBody>
      </p:sp>
      <p:sp>
        <p:nvSpPr>
          <p:cNvPr id="41" name="Text 35"/>
          <p:cNvSpPr/>
          <p:nvPr/>
        </p:nvSpPr>
        <p:spPr>
          <a:xfrm>
            <a:off x="6336792" y="4645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chunks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7287768" y="4251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30 authoritative regulatory &amp; engineering sources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DocRouter, why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023360" cy="1005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44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426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before it hallucinates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8992" y="1737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scope gates reject off-topic questions instead of inventing a plausible-sounding answer from the wrong manual.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441448"/>
            <a:ext cx="4023360" cy="1005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9748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569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for plant vocab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78992" y="2880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catches exact part numbers and CFR section codes; dense embeddings catch paraphrased questions. Neither alone is enough.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584448"/>
            <a:ext cx="4023360" cy="1005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84048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cited and traceable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78992" y="4023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link back to the exact OSHA or FDA section so there’s a critical for audit trail and supervisor trust.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63440" y="914400"/>
            <a:ext cx="36576" cy="3657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892040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92040" y="1298448"/>
            <a:ext cx="365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89204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376672" y="1316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your manuals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376672" y="1600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Wikipedia stand-ins with your actual PDF equipment docs and proprietary SOPs.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92040" y="2167128"/>
            <a:ext cx="365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89204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376672" y="21854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layer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376672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cross-encoder over top-20 candidates before the LLM so there is material improvement in citation precision.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892040" y="3035808"/>
            <a:ext cx="365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8920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376672" y="30540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routing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376672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Lockout/tagout spans safety + maintenance. Route to both, merge with RRF, answer from all relevant context.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892040" y="3904488"/>
            <a:ext cx="365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489204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376672" y="3922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eval flywheel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376672" y="4206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on answers feeds a growing labeled set. Continuously retune OOS threshold and routing.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457200" y="477316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github.com/imradawoodani/fdeinterview  ·  Working prototype · Ask it a question today!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1077</Words>
  <Application>Microsoft Macintosh PowerPoint</Application>
  <PresentationFormat>On-screen Show (16:9)</PresentationFormat>
  <Paragraphs>90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DocRouter — Plant Documentation Assistant</dc:title>
  <dc:subject>PptxGenJS Presentation</dc:subject>
  <dc:creator>PptxGenJS</dc:creator>
  <cp:lastModifiedBy>imra dawoodani</cp:lastModifiedBy>
  <cp:revision>3</cp:revision>
  <dcterms:created xsi:type="dcterms:W3CDTF">2026-05-28T19:58:56Z</dcterms:created>
  <dcterms:modified xsi:type="dcterms:W3CDTF">2026-05-28T21:19:16Z</dcterms:modified>
</cp:coreProperties>
</file>